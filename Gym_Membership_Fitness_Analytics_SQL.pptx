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2" r:id="rId5"/>
    <p:sldId id="261" r:id="rId6"/>
    <p:sldId id="273" r:id="rId7"/>
    <p:sldId id="262" r:id="rId8"/>
    <p:sldId id="274" r:id="rId9"/>
    <p:sldId id="263" r:id="rId10"/>
    <p:sldId id="275" r:id="rId11"/>
    <p:sldId id="264" r:id="rId12"/>
    <p:sldId id="276" r:id="rId13"/>
    <p:sldId id="265" r:id="rId14"/>
    <p:sldId id="277" r:id="rId15"/>
    <p:sldId id="266" r:id="rId16"/>
    <p:sldId id="278" r:id="rId17"/>
    <p:sldId id="268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37" y="0"/>
            <a:ext cx="12191695" cy="6858000"/>
          </a:xfrm>
          <a:prstGeom prst="rect">
            <a:avLst/>
          </a:prstGeom>
          <a:solidFill>
            <a:srgbClr val="14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41352" y="14173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dirty="0"/>
              <a:t>GYM MEMBERSHIP &amp; FITNESS</a:t>
            </a:r>
            <a:br>
              <a:rPr dirty="0"/>
            </a:br>
            <a:r>
              <a:rPr dirty="0"/>
              <a:t>ANALYTICS USING SQL</a:t>
            </a:r>
          </a:p>
          <a:p>
            <a:pPr algn="ctr">
              <a:defRPr sz="1600">
                <a:solidFill>
                  <a:srgbClr val="D2E1F0"/>
                </a:solidFill>
              </a:defRPr>
            </a:pPr>
            <a:r>
              <a:rPr dirty="0"/>
              <a:t>Analysis of Members, Memberships, Revenue, Attendance &amp; Fitness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5971" y="3304104"/>
            <a:ext cx="4360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sz="2400" b="1" u="sng" dirty="0"/>
              <a:t>Presented By: </a:t>
            </a:r>
            <a:r>
              <a:rPr lang="en-IN" sz="2400" b="1" u="sng" dirty="0" err="1"/>
              <a:t>S.Maharaja</a:t>
            </a:r>
            <a:r>
              <a:rPr lang="en-IN" sz="2400" b="1" u="sng" dirty="0"/>
              <a:t> Nadar</a:t>
            </a:r>
            <a:endParaRPr sz="2400" b="1" u="sng" dirty="0"/>
          </a:p>
          <a:p>
            <a:pPr algn="ctr">
              <a:defRPr sz="1600">
                <a:solidFill>
                  <a:srgbClr val="D2E1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This project focuses on analyzing gym membership and fitness data using SQL.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Understand member demographics, membership plans and status, gym revenue, attendance, workout preferences, activity levels and trainer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Goal: Convert raw gym data into meaningful insights that help improve member engagement, retention and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Dataset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948602"/>
              </p:ext>
            </p:extLst>
          </p:nvPr>
        </p:nvGraphicFramePr>
        <p:xfrm>
          <a:off x="731520" y="132588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Table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Records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Members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Member details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Plans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Membership plan details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Memberships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Membership transactions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Attendance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Gym attendance &amp; workouts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Trainers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Trainer information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750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Records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3A4DAD-8DBF-0ACE-6195-8C27E3A93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648" y="818924"/>
            <a:ext cx="5570703" cy="522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4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Member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EAA"/>
                </a:solidFill>
              </a:defRPr>
            </a:pPr>
            <a:r>
              <a:t>150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Total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25880"/>
            <a:ext cx="2286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490472"/>
            <a:ext cx="2011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C5F"/>
                </a:solidFill>
              </a:defRPr>
            </a:pPr>
            <a:r>
              <a:t>36.54 yrs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Average 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788920"/>
          <a:ext cx="3840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Members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120640" y="278892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Fitness Level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Members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Beginner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Intermediate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Advanced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486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32D37"/>
                </a:solidFill>
              </a:defRPr>
            </a:pPr>
            <a:r>
              <a:t>• Equal distribution of male and female members.</a:t>
            </a:r>
          </a:p>
          <a:p>
            <a:pPr>
              <a:spcAft>
                <a:spcPts val="1200"/>
              </a:spcAft>
              <a:defRPr sz="1100">
                <a:solidFill>
                  <a:srgbClr val="232D37"/>
                </a:solidFill>
              </a:defRPr>
            </a:pPr>
            <a:r>
              <a:t>• Equal distribution across Beginner, Intermediate and Advanced fitness levels.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2FB67B-8600-BB75-AD4B-380C0969D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29" y="3429000"/>
            <a:ext cx="4519052" cy="2248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ADA52F-0EA5-32AB-E8DA-9F04AE27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510" y="296188"/>
            <a:ext cx="4892464" cy="264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2FDD8-422C-95D9-B166-B9BE240E6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113" y="3360413"/>
            <a:ext cx="5037257" cy="2385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128891-BCCE-1B4D-F649-6414B5F75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29" y="616973"/>
            <a:ext cx="5319221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1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Membership Status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4754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Membership Status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Expired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Cancelled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D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15544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719072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C5F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Active Membership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46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60% of memberships are currently active.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40% are either expired or cancelled.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Recommendation: Target expired and cancelled members with renewal offers and personalized plans.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BAA589-3B87-9E9A-B12B-FC41D76C2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742" y="724783"/>
            <a:ext cx="4595258" cy="2301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448EE-68C8-D4F0-96BD-F63384B51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742" y="3698415"/>
            <a:ext cx="5768840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5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Revenue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3017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C5F"/>
                </a:solidFill>
              </a:defRPr>
            </a:pPr>
            <a:r>
              <a:t>₹9,22,350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Total Membership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25880"/>
            <a:ext cx="3017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1960" y="149047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EAA"/>
                </a:solidFill>
              </a:defRPr>
            </a:pPr>
            <a:r>
              <a:t>₹6,149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Average Revenue / Membership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880360"/>
          <a:ext cx="4663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Payment Method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UPI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Credit Card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Debit Card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Cash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29260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Revenue can be analyzed by membership plan, duration, payment method and month.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UPI and Credit Card are the most frequently used payment methods.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45F32-A449-C4F6-9403-A11BD92B3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02" y="396002"/>
            <a:ext cx="5273497" cy="2644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D67BE4-436A-FDBB-7BA3-62533B9C7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02" y="3429000"/>
            <a:ext cx="5258256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61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Attendance &amp; Workout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651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EAA"/>
                </a:solidFill>
              </a:defRPr>
            </a:pPr>
            <a:r>
              <a:t>150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Attendance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32588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490472"/>
            <a:ext cx="26517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C5F"/>
                </a:solidFill>
              </a:defRPr>
            </a:pPr>
            <a:r>
              <a:t>80.34 min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Average Workout Duration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83464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Workout Type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Strength Training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Cardio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Yoga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Cross Training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Weight Training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306324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Workout participation is evenly distributed across all five workout types.</a:t>
            </a:r>
          </a:p>
          <a:p>
            <a:pPr>
              <a:spcAft>
                <a:spcPts val="1200"/>
              </a:spcAft>
              <a:defRPr sz="1600">
                <a:solidFill>
                  <a:srgbClr val="232D37"/>
                </a:solidFill>
              </a:defRPr>
            </a:pPr>
            <a:r>
              <a:t>• Recommendation: Continue offering a variety of workout programs.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937D6-ADA6-28C6-B0A9-637A12C18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743" y="397388"/>
            <a:ext cx="4363974" cy="1874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41860-C278-FE3F-B0A8-732EB4C2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752" y="397388"/>
            <a:ext cx="4519506" cy="1905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BAE5DB-A87B-EBA4-8020-C198A1EFA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476" y="2462083"/>
            <a:ext cx="5845047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3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Member Engagement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583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Activity Level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Workout Duration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Members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Low Activity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≤ 45 minutes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Medium Activity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46–90 minutes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High Activity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&gt; 90 minutes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endParaRPr/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6002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• Most members fall into the Medium Activity category.</a:t>
            </a:r>
          </a:p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• 56 members demonstrate high activity levels.</a:t>
            </a:r>
          </a:p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• Low-activity members can receive personalized fitness plans and trainer guidance.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271CC8-6966-02D6-6B00-6AFD37A3F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26" y="822734"/>
            <a:ext cx="4701947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4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Trainer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EAA"/>
                </a:solidFill>
              </a:defRPr>
            </a:pPr>
            <a:r>
              <a:t>150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Total Trainers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20" y="14904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C5F"/>
                </a:solidFill>
              </a:defRPr>
            </a:pPr>
            <a:r>
              <a:t>7.03 yrs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Average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21945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1872D"/>
                </a:solidFill>
              </a:defRPr>
            </a:pPr>
            <a:r>
              <a:t>₹25,000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Highest Monthly Salary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971800"/>
          <a:ext cx="6400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Trainers</a:t>
                      </a:r>
                    </a:p>
                  </a:txBody>
                  <a:tcPr marL="73152" marR="73152">
                    <a:solidFill>
                      <a:srgbClr val="2A6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Cardio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Yoga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CrossFit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t>Functional Training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D37"/>
                          </a:solidFill>
                        </a:defRPr>
                      </a:pPr>
                      <a:r>
                        <a:rPr dirty="0"/>
                        <a:t>30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26679" y="32004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• Trainer specializations are evenly distributed across five major fitness areas.</a:t>
            </a:r>
          </a:p>
          <a:p>
            <a:pPr>
              <a:spcAft>
                <a:spcPts val="1200"/>
              </a:spcAft>
              <a:defRPr sz="1500">
                <a:solidFill>
                  <a:srgbClr val="232D37"/>
                </a:solidFill>
              </a:defRPr>
            </a:pPr>
            <a:r>
              <a:t>• This provides a balanced range of expertise.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2AFF9-8014-AF27-8AC7-9FEDDBFA8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528" y="600269"/>
            <a:ext cx="5806943" cy="2629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405C5-1167-2312-6530-2FF44CD66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716" y="3429000"/>
            <a:ext cx="4930567" cy="283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53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9903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EAA"/>
                </a:solidFill>
              </a:defRPr>
            </a:pPr>
            <a:r>
              <a:t>150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23444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A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79" y="139903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EAA"/>
                </a:solidFill>
              </a:defRPr>
            </a:pPr>
            <a:r>
              <a:t>90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Active Memberships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3444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D8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80" y="139903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8C5F"/>
                </a:solidFill>
              </a:defRPr>
            </a:pPr>
            <a:r>
              <a:t>₹9,22,350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23444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39903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1872D"/>
                </a:solidFill>
              </a:defRPr>
            </a:pPr>
            <a:r>
              <a:t>80.34 min</a:t>
            </a:r>
          </a:p>
          <a:p>
            <a:pPr algn="ctr">
              <a:defRPr sz="1100">
                <a:solidFill>
                  <a:srgbClr val="232D37"/>
                </a:solidFill>
              </a:defRPr>
            </a:pPr>
            <a:r>
              <a:t>Avg Workout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Male and female members are equally distributed; average member age is 36.54 years.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Active membership rate is 60%; 30 memberships are expired and 30 are cancelled.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Average membership revenue is ₹6,149.</a:t>
            </a:r>
          </a:p>
          <a:p>
            <a:pPr>
              <a:spcAft>
                <a:spcPts val="1200"/>
              </a:spcAft>
              <a:defRPr sz="1800">
                <a:solidFill>
                  <a:srgbClr val="232D37"/>
                </a:solidFill>
              </a:defRPr>
            </a:pPr>
            <a:r>
              <a:t>• 84 members are medium activity and 56 members are high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234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The Gym Membership &amp; Fitness Analytics project demonstrates how SQL can analyze real-world business data.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The project successfully analyzed member demographics, membership status, revenue, payment methods, attendance, workout preferences, member activity and trainer information.</a:t>
            </a:r>
          </a:p>
          <a:p>
            <a:pPr>
              <a:spcAft>
                <a:spcPts val="1200"/>
              </a:spcAft>
              <a:defRPr sz="2000">
                <a:solidFill>
                  <a:srgbClr val="232D37"/>
                </a:solidFill>
              </a:defRPr>
            </a:pPr>
            <a:r>
              <a:t>• SQL transforms raw gym data into meaningful insights that support better business decisions, improve member engagement and increase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3460" y="1920240"/>
            <a:ext cx="4154599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Gym Membership &amp; Fitness Analytics Using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7882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580</Words>
  <Application>Microsoft Office PowerPoint</Application>
  <PresentationFormat>Widescreen</PresentationFormat>
  <Paragraphs>171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Sathish Raja</cp:lastModifiedBy>
  <cp:revision>6</cp:revision>
  <dcterms:created xsi:type="dcterms:W3CDTF">2013-01-27T09:14:16Z</dcterms:created>
  <dcterms:modified xsi:type="dcterms:W3CDTF">2026-09-19T05:10:26Z</dcterms:modified>
  <cp:category/>
</cp:coreProperties>
</file>